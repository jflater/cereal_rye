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1" r:id="rId2"/>
    <p:sldId id="355" r:id="rId3"/>
    <p:sldId id="279" r:id="rId4"/>
    <p:sldId id="256" r:id="rId5"/>
    <p:sldId id="263" r:id="rId6"/>
    <p:sldId id="354" r:id="rId7"/>
    <p:sldId id="257" r:id="rId8"/>
    <p:sldId id="258" r:id="rId9"/>
    <p:sldId id="259" r:id="rId10"/>
    <p:sldId id="357" r:id="rId11"/>
    <p:sldId id="3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576A1E-ADA7-45B0-932B-B66D94FA5F5E}" v="7" dt="2025-06-13T20:08:10.2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ater, Jared S [AGRON]" userId="f88a5911-b6a4-40f6-aca5-2e26f499ea50" providerId="ADAL" clId="{32576A1E-ADA7-45B0-932B-B66D94FA5F5E}"/>
    <pc:docChg chg="addSld delSld modSld sldOrd">
      <pc:chgData name="Flater, Jared S [AGRON]" userId="f88a5911-b6a4-40f6-aca5-2e26f499ea50" providerId="ADAL" clId="{32576A1E-ADA7-45B0-932B-B66D94FA5F5E}" dt="2025-06-13T20:08:10.273" v="43"/>
      <pc:docMkLst>
        <pc:docMk/>
      </pc:docMkLst>
      <pc:sldChg chg="addSp new del">
        <pc:chgData name="Flater, Jared S [AGRON]" userId="f88a5911-b6a4-40f6-aca5-2e26f499ea50" providerId="ADAL" clId="{32576A1E-ADA7-45B0-932B-B66D94FA5F5E}" dt="2025-06-13T20:05:08.126" v="2" actId="47"/>
        <pc:sldMkLst>
          <pc:docMk/>
          <pc:sldMk cId="2414284956" sldId="260"/>
        </pc:sldMkLst>
        <pc:picChg chg="add">
          <ac:chgData name="Flater, Jared S [AGRON]" userId="f88a5911-b6a4-40f6-aca5-2e26f499ea50" providerId="ADAL" clId="{32576A1E-ADA7-45B0-932B-B66D94FA5F5E}" dt="2025-06-13T20:05:03.212" v="1"/>
          <ac:picMkLst>
            <pc:docMk/>
            <pc:sldMk cId="2414284956" sldId="260"/>
            <ac:picMk id="4" creationId="{63D7CFA9-3699-664E-7254-A3C69AC8C282}"/>
          </ac:picMkLst>
        </pc:picChg>
      </pc:sldChg>
      <pc:sldChg chg="add ord modNotesTx">
        <pc:chgData name="Flater, Jared S [AGRON]" userId="f88a5911-b6a4-40f6-aca5-2e26f499ea50" providerId="ADAL" clId="{32576A1E-ADA7-45B0-932B-B66D94FA5F5E}" dt="2025-06-13T20:07:37.578" v="41"/>
        <pc:sldMkLst>
          <pc:docMk/>
          <pc:sldMk cId="1980184982" sldId="263"/>
        </pc:sldMkLst>
      </pc:sldChg>
      <pc:sldChg chg="add ord">
        <pc:chgData name="Flater, Jared S [AGRON]" userId="f88a5911-b6a4-40f6-aca5-2e26f499ea50" providerId="ADAL" clId="{32576A1E-ADA7-45B0-932B-B66D94FA5F5E}" dt="2025-06-13T20:06:09.350" v="11"/>
        <pc:sldMkLst>
          <pc:docMk/>
          <pc:sldMk cId="179543510" sldId="279"/>
        </pc:sldMkLst>
      </pc:sldChg>
      <pc:sldChg chg="add">
        <pc:chgData name="Flater, Jared S [AGRON]" userId="f88a5911-b6a4-40f6-aca5-2e26f499ea50" providerId="ADAL" clId="{32576A1E-ADA7-45B0-932B-B66D94FA5F5E}" dt="2025-06-13T20:07:56.905" v="42"/>
        <pc:sldMkLst>
          <pc:docMk/>
          <pc:sldMk cId="2401684918" sldId="281"/>
        </pc:sldMkLst>
      </pc:sldChg>
      <pc:sldChg chg="add">
        <pc:chgData name="Flater, Jared S [AGRON]" userId="f88a5911-b6a4-40f6-aca5-2e26f499ea50" providerId="ADAL" clId="{32576A1E-ADA7-45B0-932B-B66D94FA5F5E}" dt="2025-06-13T20:08:10.273" v="43"/>
        <pc:sldMkLst>
          <pc:docMk/>
          <pc:sldMk cId="3734113835" sldId="354"/>
        </pc:sldMkLst>
      </pc:sldChg>
      <pc:sldChg chg="add ord">
        <pc:chgData name="Flater, Jared S [AGRON]" userId="f88a5911-b6a4-40f6-aca5-2e26f499ea50" providerId="ADAL" clId="{32576A1E-ADA7-45B0-932B-B66D94FA5F5E}" dt="2025-06-13T20:06:04.818" v="9"/>
        <pc:sldMkLst>
          <pc:docMk/>
          <pc:sldMk cId="1844205126" sldId="355"/>
        </pc:sldMkLst>
      </pc:sldChg>
      <pc:sldChg chg="add">
        <pc:chgData name="Flater, Jared S [AGRON]" userId="f88a5911-b6a4-40f6-aca5-2e26f499ea50" providerId="ADAL" clId="{32576A1E-ADA7-45B0-932B-B66D94FA5F5E}" dt="2025-06-13T20:05:15.946" v="3"/>
        <pc:sldMkLst>
          <pc:docMk/>
          <pc:sldMk cId="1436788892" sldId="357"/>
        </pc:sldMkLst>
      </pc:sldChg>
      <pc:sldChg chg="add">
        <pc:chgData name="Flater, Jared S [AGRON]" userId="f88a5911-b6a4-40f6-aca5-2e26f499ea50" providerId="ADAL" clId="{32576A1E-ADA7-45B0-932B-B66D94FA5F5E}" dt="2025-06-13T20:05:15.946" v="3"/>
        <pc:sldMkLst>
          <pc:docMk/>
          <pc:sldMk cId="2885973254" sldId="3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0DA89F-CCC8-4BDF-A256-544E4F5690D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6C723-CE32-4A1E-931F-5759DB6A8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7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 line is fertilizer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6C723-CE32-4A1E-931F-5759DB6A851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8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precipitation plot showing a couple rain events in May2024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6C723-CE32-4A1E-931F-5759DB6A851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0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363FA-2928-7DFB-1868-1CF0EF057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DD13A-903D-EA70-643E-376E2FD6B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3AE7D-7EB7-9127-F523-5332CDD40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F821-725A-4727-A752-8F4B82A288C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ABCA0-94F6-B8A9-F637-48B209117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E57D3-3718-DE12-6ADF-1C4F89DF6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C845-2643-448E-9497-8792DD2FD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6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25AE3-B4AE-E289-0552-149C0E44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E9AA2-B0E4-F249-AEE3-B7ED90C49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09F02-E6D0-EC98-B120-C76E94049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F821-725A-4727-A752-8F4B82A288C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E8A68-E042-D277-7110-9DA4DFAB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A57D6-EB2D-FD1B-4F64-E574DF14F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C845-2643-448E-9497-8792DD2FD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06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3802-FF43-B9F4-3CD9-58E3B214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A6FE6-81D0-6247-5E83-AA34D56B1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9449A-405A-A2BF-66F9-1B7C9971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F821-725A-4727-A752-8F4B82A288C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7561-7D7E-F05C-85EA-0C3931D4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7BA2D-4326-B69A-77E6-FF01F9651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C845-2643-448E-9497-8792DD2FD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40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F3584-EF2F-4D42-ED08-C3E5417F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40141-30A4-0A2E-1116-AB763358E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159CA-2DF4-419B-15FE-7B422B6F6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D9195-C7A4-D116-FE3F-A518722FE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F821-725A-4727-A752-8F4B82A288C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57AE5-64CF-83F1-2942-139DDDA0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F6876-567A-2BD2-795C-CAFD6783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C845-2643-448E-9497-8792DD2FD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3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4258-5423-C65A-8470-E36043DC4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41CBC-E2D4-1B5E-07CE-F1F93C861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52724-2571-B544-E26B-5A5B321F3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D866E0-9DA2-F5F1-2BD2-8B5962E815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1326B-D73B-C6AF-1CB5-7264FD264C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393142-8E10-0491-A58A-08ED94A69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F821-725A-4727-A752-8F4B82A288C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A36472-08D2-9AAC-A776-C418397F3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69C8B8-55DA-0505-7A2B-7A9BF45E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C845-2643-448E-9497-8792DD2FD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9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E4B26-A208-6C6D-F7C8-358266079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E3FCF-DACE-8576-5F6A-B8B42596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F821-725A-4727-A752-8F4B82A288C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F133C-E638-60A6-0EDB-1DD00D27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70E4B4-7BE4-A963-F8EB-342D99E00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C845-2643-448E-9497-8792DD2FD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83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43A4C-BFD2-BB8F-DF0B-9B6FDEF8E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F821-725A-4727-A752-8F4B82A288C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0BC10-DBC1-BA19-85D7-D94EA6D5F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7B2BC-A8FC-EFAE-2546-110831E0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C845-2643-448E-9497-8792DD2FD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02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9DEA-4ED3-3A2E-62BD-FA07AC518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BA7DE-653E-69DE-36DE-1B5825DBE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13329-B3B8-E32C-BEF8-59C02B45A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D89CA-F58C-03E4-F592-476FD611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F821-725A-4727-A752-8F4B82A288C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AA7B4-264D-BC5A-0B72-A21334F6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CD80C-2D2D-BBA1-1EBF-36E803CFA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C845-2643-448E-9497-8792DD2FD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8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FFD57-0419-38DF-095C-CD685D17B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ABABE0-E4EE-F066-387F-25290537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A1836-ABF7-6D1D-F556-E6E16A932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22EDC-A56C-5DBD-D8F2-07EDE9F87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F821-725A-4727-A752-8F4B82A288C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552DF-248D-58E5-3DBA-FCB94241A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643EA-1256-467D-3440-94299A78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C845-2643-448E-9497-8792DD2FD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93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670E3-B4CD-8F60-023E-B0BA44C79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AEA76-F6B1-4253-1D40-189320DBF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AA34D-5052-AB9F-0E4F-99CE442A0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F821-725A-4727-A752-8F4B82A288C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25828-4642-048E-2D8F-3ADAFB40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B42F8-1EB2-CF36-58C4-4DBC8EFB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C845-2643-448E-9497-8792DD2FD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3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0A3FDE-553B-91D0-E395-2D0BE3580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E254A-999A-808C-B369-58E78E236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189BF-9FD4-4311-6EA1-111057B87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F821-725A-4727-A752-8F4B82A288C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C4513-1753-38DE-23A2-27224CA2E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6E742-343E-7485-CEB7-78AF40FF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C845-2643-448E-9497-8792DD2FD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4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8D81F7-808E-8B98-0127-D49198D4E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A4F46-DCFC-CA3C-B165-15A9F1C01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F0992-D422-B503-19B4-6FCC764D09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0F821-725A-4727-A752-8F4B82A288C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82CA3-7BCE-DD46-2E17-57328AA41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8BACB-D839-82E7-D1B9-AC5B4006F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E8C845-2643-448E-9497-8792DD2FD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2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2B593E7-3794-C5F7-95F5-EA0A6F8EA1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223" r="-1" b="3353"/>
          <a:stretch/>
        </p:blipFill>
        <p:spPr>
          <a:xfrm>
            <a:off x="28" y="14"/>
            <a:ext cx="2970439" cy="33832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93BC8E-A451-A2A0-449F-C7DCA8D127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578" r="-2" b="-2"/>
          <a:stretch/>
        </p:blipFill>
        <p:spPr>
          <a:xfrm>
            <a:off x="3072956" y="13"/>
            <a:ext cx="2970464" cy="3383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366CE-7871-17FC-B409-F98DBC8B28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615" r="7" b="7"/>
          <a:stretch/>
        </p:blipFill>
        <p:spPr>
          <a:xfrm>
            <a:off x="6145908" y="13"/>
            <a:ext cx="2971800" cy="338326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B12346-BF9F-402F-A314-8D63EF533D3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615" r="7" b="7"/>
          <a:stretch/>
        </p:blipFill>
        <p:spPr>
          <a:xfrm>
            <a:off x="9220200" y="13"/>
            <a:ext cx="2971800" cy="338326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71F7B85-B991-9293-6C6D-A3F549302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44" y="3537909"/>
            <a:ext cx="11809571" cy="3071546"/>
          </a:xfrm>
        </p:spPr>
        <p:txBody>
          <a:bodyPr>
            <a:noAutofit/>
          </a:bodyPr>
          <a:lstStyle/>
          <a:p>
            <a:r>
              <a:rPr lang="en-US" sz="3200" dirty="0"/>
              <a:t>Impact of Cereal Rye on Nitrogen Loss Dynamics in Sorghum-Based Biofuel Production Systems </a:t>
            </a:r>
            <a:br>
              <a:rPr lang="en-US" sz="3200" dirty="0"/>
            </a:br>
            <a:br>
              <a:rPr lang="en-US" sz="3200" dirty="0"/>
            </a:br>
            <a:r>
              <a:rPr lang="en-US" sz="1400" dirty="0"/>
              <a:t>Jared Flater, Summer Bjorn, Marshall McDaniel, Andy </a:t>
            </a:r>
            <a:r>
              <a:rPr lang="en-US" sz="1400" dirty="0" err="1"/>
              <a:t>VanLoocke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1684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B0B75-1151-0086-22FF-3EF2987E5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DB0B66-6D7A-2322-451C-C1741ADC0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235" y="0"/>
            <a:ext cx="7495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05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D09C2ED-C5BD-C1C8-19B5-34DE36DFAC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978"/>
          <a:stretch/>
        </p:blipFill>
        <p:spPr>
          <a:xfrm>
            <a:off x="0" y="1114381"/>
            <a:ext cx="5668684" cy="57436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26F40C-0C98-B9B0-7A18-D0AE974DF0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556" r="-2" b="7534"/>
          <a:stretch/>
        </p:blipFill>
        <p:spPr>
          <a:xfrm>
            <a:off x="6510898" y="1114381"/>
            <a:ext cx="5674893" cy="57436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6CC629-6B46-C8F4-D56A-1B3448CF84F8}"/>
              </a:ext>
            </a:extLst>
          </p:cNvPr>
          <p:cNvSpPr txBox="1"/>
          <p:nvPr/>
        </p:nvSpPr>
        <p:spPr>
          <a:xfrm>
            <a:off x="3232465" y="64745"/>
            <a:ext cx="57208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June 26 to July 16</a:t>
            </a:r>
            <a:r>
              <a:rPr lang="en-US" sz="3200" baseline="30000" dirty="0"/>
              <a:t>th</a:t>
            </a:r>
            <a:r>
              <a:rPr lang="en-US" sz="3200" dirty="0"/>
              <a:t> Sorghum + Rye </a:t>
            </a:r>
          </a:p>
        </p:txBody>
      </p:sp>
    </p:spTree>
    <p:extLst>
      <p:ext uri="{BB962C8B-B14F-4D97-AF65-F5344CB8AC3E}">
        <p14:creationId xmlns:p14="http://schemas.microsoft.com/office/powerpoint/2010/main" val="179543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80E94-E8CE-01DA-689B-D3EF7EA469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B39E3-AF02-34B8-4746-58F726B7C0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graph of different types of food&#10;&#10;AI-generated content may be incorrect.">
            <a:extLst>
              <a:ext uri="{FF2B5EF4-FFF2-40B4-BE49-F238E27FC236}">
                <a16:creationId xmlns:a16="http://schemas.microsoft.com/office/drawing/2014/main" id="{197D8280-1A0B-B6DB-EFCE-41C69CB5E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087" y="206769"/>
            <a:ext cx="8923585" cy="644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46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057D12-AD0F-C78E-1E66-858E8149B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3738" y="0"/>
            <a:ext cx="10184524" cy="6789684"/>
          </a:xfrm>
        </p:spPr>
      </p:pic>
    </p:spTree>
    <p:extLst>
      <p:ext uri="{BB962C8B-B14F-4D97-AF65-F5344CB8AC3E}">
        <p14:creationId xmlns:p14="http://schemas.microsoft.com/office/powerpoint/2010/main" val="1980184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6263A-3618-EAAB-BE8A-68626AB3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0EFEC7-7AFF-4439-B8C7-A1E4BB403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7896" y="0"/>
            <a:ext cx="9496206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113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FB5C2F6D-B80B-5A7E-ED54-B14F9E1FB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763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FD4F35-9D7F-6035-2595-07A30457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C065EC6-4389-37D6-28AC-D8B299C67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A7D0A5A2-7037-B591-3571-360154F0E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310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lines and a line on it&#10;&#10;AI-generated content may be incorrect.">
            <a:extLst>
              <a:ext uri="{FF2B5EF4-FFF2-40B4-BE49-F238E27FC236}">
                <a16:creationId xmlns:a16="http://schemas.microsoft.com/office/drawing/2014/main" id="{CFB11171-AAEE-CAEB-1F59-BEEB45EA6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721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9B16E-0856-E453-C492-2001EC128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938DBA-A40D-7390-B530-3FB4C2C8C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3234"/>
            <a:ext cx="12192000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88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14B9D-8B45-F209-735F-54658E1F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FE7348-D10D-2ECD-2714-2214DDEFE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6676"/>
            <a:ext cx="12148098" cy="412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73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53</Words>
  <Application>Microsoft Office PowerPoint</Application>
  <PresentationFormat>Widescreen</PresentationFormat>
  <Paragraphs>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Impact of Cereal Rye on Nitrogen Loss Dynamics in Sorghum-Based Biofuel Production Systems   Jared Flater, Summer Bjorn, Marshall McDaniel, Andy VanLoocke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Flater, Jared S [AGRON]</dc:creator>
  <cp:lastModifiedBy>Flater, Jared S [AGRON]</cp:lastModifiedBy>
  <cp:revision>1</cp:revision>
  <dcterms:created xsi:type="dcterms:W3CDTF">2025-06-13T19:37:52Z</dcterms:created>
  <dcterms:modified xsi:type="dcterms:W3CDTF">2025-06-13T20:08:14Z</dcterms:modified>
</cp:coreProperties>
</file>